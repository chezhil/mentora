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Thermodynamics and Heat Engines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First Law of Thermodynamics: Energy cannot be created or destroyed. Delta U = Q - W.</a:t>
            </a:r>
          </a:p>
          <a:p>
            <a:r>
              <a:t>Second Law: Heat cannot spontaneously flow from colder body to hotter body.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Carnot Engine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maximum theoretical efficiency of a heat engine is given by the Carnot efficiency: eta = 1 - (T_cold / T_hot).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